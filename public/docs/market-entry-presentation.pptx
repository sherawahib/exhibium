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8098A-3545-3150-9E45-C5B31C3DE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2FD3A-1A74-38C5-8173-218C3BBF0A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2AA16-6191-9013-DEF2-AB685A403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893D1-FE7A-4F97-9EEC-C791E1B3294B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D9A22-9687-99DF-3379-42AF14089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9EAF4-02FA-9932-E1E4-CEE6FE4D7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2E8CF-B0F3-458C-9D2C-442B8B15A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47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6AA78-ADE9-98CA-E228-7F667CB18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4B884-8445-DF2B-5922-45382D4D9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04385-C95D-633C-40B4-E548FC37E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893D1-FE7A-4F97-9EEC-C791E1B3294B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631C7-7D03-9A29-1588-F57F51EFF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29565-BAD9-0B1C-C6C9-7ADBDBBD6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2E8CF-B0F3-458C-9D2C-442B8B15A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442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67E92-D123-3522-0E1C-8A06BF19E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9B927-CB6A-B9B4-9282-7F639CC62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059D2-F7CD-4ECE-69AF-C0BB5F20E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893D1-FE7A-4F97-9EEC-C791E1B3294B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02B6F-C6C2-5070-7F85-F7EF4611F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8D20C-D36F-BE74-EA73-93876F525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2E8CF-B0F3-458C-9D2C-442B8B15A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05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47961-68C2-1316-8589-2DAA10BD6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A6B9F-32AE-E85A-66F2-968464E9A4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D84BC-ED05-8053-D386-AE2D47CAB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2D181-AD8D-8FEC-16DD-0728952E8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893D1-FE7A-4F97-9EEC-C791E1B3294B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D58EC-318E-6A12-B2CB-F01FE3566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B0C4D-C211-6121-F696-384AB100F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2E8CF-B0F3-458C-9D2C-442B8B15A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42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A96AC-80A1-3CD5-AF8D-FD75088F7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952AA-8803-23D4-6D35-8D3FB7078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B814B-1887-878E-F806-9576A59E6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06BFB9-5EFA-D0FC-FB40-002698BDF6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1BD10F-D7DE-EAC4-7A3A-CD9A352E64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0B5119-21EE-2E38-DD12-C3C9641DC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893D1-FE7A-4F97-9EEC-C791E1B3294B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D4F0B6-AEC1-081F-E7D0-1D41AF6E6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F75BD2-FDC2-A010-B142-3C0A34418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2E8CF-B0F3-458C-9D2C-442B8B15A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894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2655-1706-DB9F-6E7C-D1EFF6D65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28D0B3-D038-983E-CCB3-9691DD02E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893D1-FE7A-4F97-9EEC-C791E1B3294B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8BFE04-83C2-13B4-2E4E-14D3D9D33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0C0D7A-B3B5-0CE8-9EC2-42BDBE646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2E8CF-B0F3-458C-9D2C-442B8B15A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390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51DEBE-729B-28EF-6326-994DE13EF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893D1-FE7A-4F97-9EEC-C791E1B3294B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68213-4123-1FDE-9CFF-8116645C9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021B0-4E46-54D4-FB3E-523462453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2E8CF-B0F3-458C-9D2C-442B8B15A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63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3AA64-E7FE-1D26-D35B-B9A192F4B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EFA3F-747F-2825-A411-C98E5B0F5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1352D-3610-78A0-7E39-FB79295FE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33614-40F3-F642-8AF3-E5CAFB67D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893D1-FE7A-4F97-9EEC-C791E1B3294B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449DA-AB61-53AE-404C-515175D68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1C65A-B8C6-B628-EAFD-8516C2C07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2E8CF-B0F3-458C-9D2C-442B8B15A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009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775E7-F934-99B0-CBC5-B7F3719CB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AC204B-10E3-50A2-4646-FF3EB464EE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758DDA-9CB1-6716-BA63-EC867D001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DFA733-4330-BB24-6579-8F547BDF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893D1-FE7A-4F97-9EEC-C791E1B3294B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C94AB-A3A4-AE6C-F465-4EB3C1E13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C3149-FEEF-212E-EABC-9DAAE738F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2E8CF-B0F3-458C-9D2C-442B8B15A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974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A6F0A-785B-9B43-A5B6-D64D89D96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026FFE-FDA5-674F-C95E-F1742A244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A5F2E-646C-FF23-A9A5-4B3ACFB1C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893D1-FE7A-4F97-9EEC-C791E1B3294B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C84C4-B8B2-66DB-BE3C-2C19E6C64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6B661-C97C-870C-5B96-E9EF1FF6D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2E8CF-B0F3-458C-9D2C-442B8B15A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4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415D9C-53CD-35E6-4518-2C44B9176D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42640F-F39F-1DF5-D1CA-6A255C1711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6A923-D9DE-52A6-9022-71C32BC78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893D1-FE7A-4F97-9EEC-C791E1B3294B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58A2C-3A84-A9F6-B737-CB0E9B863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D2089-ECEF-D30D-0DEF-B426309D7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2E8CF-B0F3-458C-9D2C-442B8B15A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86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07754A-7B0B-837E-3253-55E10A11A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AB6A0-8E51-9B07-EDE5-8EDE450E4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82FB6-35C8-489F-35E5-9D704AC050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7893D1-FE7A-4F97-9EEC-C791E1B3294B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D20AA-546F-95AE-C5ED-15A3B19028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A431F-FEDE-8EB7-7C49-ABEABA3E95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2E8CF-B0F3-458C-9D2C-442B8B15A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37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8AC8EF-6D7D-8A03-4C89-0F2B0296D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F9293E-6B18-66DD-8F3A-1CBCBE510A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32" b="13088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88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B7E455-F67B-D0F9-4D08-CCA9939C3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621C6A0-E00B-E19A-57D8-87699F9682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580B557-EA7C-48DA-AA65-C8570F201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B0C0360-D01D-F320-9D2E-ECAB00287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E7ED84F-A557-6BBC-9F79-E29EB5AB4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3F347BC-1157-3C70-A3AF-F38BBC82A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Global Expansion Made Easy : The Role of Consulting in Market Entry Strategies - Consulting &amp; Advisory | Project Management | Technology | Industries">
            <a:extLst>
              <a:ext uri="{FF2B5EF4-FFF2-40B4-BE49-F238E27FC236}">
                <a16:creationId xmlns:a16="http://schemas.microsoft.com/office/drawing/2014/main" id="{70A3DB98-6FF6-3FB1-6B8B-03A104BF54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30" y="1476375"/>
            <a:ext cx="3640407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3948CB-5DE4-4FDF-B81C-59F5F2BBEF28}"/>
              </a:ext>
            </a:extLst>
          </p:cNvPr>
          <p:cNvSpPr txBox="1"/>
          <p:nvPr/>
        </p:nvSpPr>
        <p:spPr>
          <a:xfrm>
            <a:off x="4879138" y="466344"/>
            <a:ext cx="6141287" cy="618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MARKETS/CLIENTS SERVED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USA an</a:t>
            </a:r>
            <a:r>
              <a:rPr lang="en-US" b="1" kern="0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 International </a:t>
            </a:r>
            <a:r>
              <a:rPr lang="en-US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based clients wishing to enter the USA, Latin America and the Middle East markets.</a:t>
            </a:r>
            <a:endParaRPr lang="en-US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  <a:spcAft>
                <a:spcPts val="800"/>
              </a:spcAft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Retailers, developers, strategic advisory partners, self-storage, specialty    	building materials manufacturers, Non-profit foundations</a:t>
            </a:r>
            <a:endParaRPr lang="en-US" sz="12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LATIN AMERICA based clients and others wishing to enter USA markets and or expansion within Latin America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Retailers, Exporters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MIDDLE EAST based clients and others wishing to enter USA markets and Latin America.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Retailers</a:t>
            </a:r>
            <a:r>
              <a:rPr lang="en-US" sz="1200" ker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Investors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 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 OFFERINGS INCLUDE</a:t>
            </a:r>
            <a:endParaRPr lang="en-US" sz="12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indent="-1714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SWOT analysis reporting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indent="-1714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Marketing and Business Development Services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indent="-1714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Brand positioning and promotional strategy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indent="-1714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Creation of an initial business plan strategy for implementation of roadmaps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indent="-1714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 of potential business leads and partners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indent="-1714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A/E/C services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98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124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Symbol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Williams</dc:creator>
  <cp:lastModifiedBy>Fernando Williams</cp:lastModifiedBy>
  <cp:revision>1</cp:revision>
  <dcterms:created xsi:type="dcterms:W3CDTF">2026-08-02T22:26:59Z</dcterms:created>
  <dcterms:modified xsi:type="dcterms:W3CDTF">2026-08-02T22:54:02Z</dcterms:modified>
</cp:coreProperties>
</file>